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2743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1887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031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30175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39319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37360" y="2743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37360" y="11887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21031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30175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39319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2743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0" y="11887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43200" y="21031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30175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39319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0" y="2743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11887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21031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0" y="30175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0" y="39319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2743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11887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1031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30175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9319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0720" y="2743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60720" y="11887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60720" y="21031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60720" y="30175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60720" y="39319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2743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6560" y="11887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6560" y="21031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0" y="30175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766560" y="39319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772400" y="2743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0" y="11887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772400" y="21031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72400" y="30175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72400" y="3931920"/>
            <a:ext cx="54864" cy="54864"/>
          </a:xfrm>
          <a:prstGeom prst="ellipse">
            <a:avLst/>
          </a:prstGeom>
          <a:solidFill>
            <a:srgbClr val="30363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128016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Planner Service</a:t>
            </a:r>
            <a:endParaRPr lang="en-US" sz="4400" dirty="0"/>
          </a:p>
        </p:txBody>
      </p:sp>
      <p:sp>
        <p:nvSpPr>
          <p:cNvPr id="44" name="Text 42"/>
          <p:cNvSpPr/>
          <p:nvPr/>
        </p:nvSpPr>
        <p:spPr>
          <a:xfrm>
            <a:off x="640080" y="224028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Architecture</a:t>
            </a:r>
            <a:endParaRPr lang="en-US" sz="3600" dirty="0"/>
          </a:p>
        </p:txBody>
      </p:sp>
      <p:sp>
        <p:nvSpPr>
          <p:cNvPr id="45" name="Text 43"/>
          <p:cNvSpPr/>
          <p:nvPr/>
        </p:nvSpPr>
        <p:spPr>
          <a:xfrm>
            <a:off x="640080" y="292608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 ·  HTTP Contracts  ·  Component Interactions  ·  Internals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40080" y="4480560"/>
            <a:ext cx="726948" cy="2011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6656" y="4489704"/>
            <a:ext cx="6537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331720" y="4480560"/>
            <a:ext cx="1426464" cy="2011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68296" y="448970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023360" y="4480560"/>
            <a:ext cx="1271016" cy="2011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059936" y="448970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GraphQL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715000" y="4480560"/>
            <a:ext cx="882396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51576" y="4489704"/>
            <a:ext cx="8092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3007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Context — Service Boundaries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actors, components, and external dependencies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0116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54864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778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/ PlannerPage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115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Fluviome-web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" y="1600200"/>
            <a:ext cx="20116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600200"/>
            <a:ext cx="54864" cy="65836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550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/ LAN Client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1892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by IP · REST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240280" y="1463040"/>
            <a:ext cx="777240" cy="0"/>
          </a:xfrm>
          <a:prstGeom prst="line">
            <a:avLst/>
          </a:prstGeom>
          <a:noFill/>
          <a:ln w="254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12344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x-user-id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3017520" y="777240"/>
            <a:ext cx="3108960" cy="3474720"/>
          </a:xfrm>
          <a:prstGeom prst="rect">
            <a:avLst/>
          </a:prstGeom>
          <a:solidFill>
            <a:srgbClr val="161B22"/>
          </a:solidFill>
          <a:ln w="254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63240" y="8046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Planner :3007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1207008"/>
            <a:ext cx="27432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207008"/>
            <a:ext cx="54864" cy="7498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1280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Router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64992" y="15361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/chat · GET /history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200400" y="2167128"/>
            <a:ext cx="27432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167128"/>
            <a:ext cx="54864" cy="7498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22402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Router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64992" y="24963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/plan/compile · /plan/context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200400" y="3127248"/>
            <a:ext cx="2743200" cy="749808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3127248"/>
            <a:ext cx="54864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64992" y="3200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Router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64992" y="34564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/deploy · GET /jobs/* · SSE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3063240" y="40965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worker_loop  ·  toolbox  ·  circuit_breakers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126480" y="1828800"/>
            <a:ext cx="54864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651760"/>
            <a:ext cx="548640" cy="0"/>
          </a:xfrm>
          <a:prstGeom prst="line">
            <a:avLst/>
          </a:prstGeom>
          <a:noFill/>
          <a:ln w="25400">
            <a:solidFill>
              <a:srgbClr val="8B5C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3474720"/>
            <a:ext cx="5486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75120" y="1536192"/>
            <a:ext cx="22402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675120" y="1536192"/>
            <a:ext cx="54864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21424" y="159105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Router :4001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21424" y="1847088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Supergraph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675120" y="2414016"/>
            <a:ext cx="22402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675120" y="2414016"/>
            <a:ext cx="54864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21424" y="246888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21424" y="272491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  ·  LLM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6675120" y="3291840"/>
            <a:ext cx="224028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675120" y="3291840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21424" y="3346704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Builder Service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821424" y="3602736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executeTool mutation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API Contract — All Endpoints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route, router, auth requirement, and purpose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41248"/>
          <a:ext cx="8686800" cy="4114800"/>
        </p:xfrm>
        <a:graphic>
          <a:graphicData uri="http://schemas.openxmlformats.org/drawingml/2006/table">
            <a:tbl>
              <a:tblPr/>
              <a:tblGrid>
                <a:gridCol w="685800"/>
                <a:gridCol w="1691640"/>
                <a:gridCol w="731520"/>
                <a:gridCol w="777240"/>
                <a:gridCol w="480060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/health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E76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check + circuit breaker states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/chat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x-user-id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 loop — returns plan markdown + agent identity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/history/{workspace_id}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x-user-id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full chat history for a workspace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/plan/compile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x-user-id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 approved markdown → validated JSON steps array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/plan/context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compile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x-user-id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markdown context assembly (workspace KG)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/deploy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x-user-id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Enqueue deploy job → returns job_id immediately (fire-and-forget)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/jobs/{job_id}/status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x-user-id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 job: queued / running / completed / failed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2D3E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SSE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/jobs/{job_id}/stream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x-user-id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Server-Sent Events stream of real-time log lines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/deployments/{workspace_id}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x-user-id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 history / audit log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/sandbox/resolve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x-user-id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port mapping for sandbox containers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/sandbox/provision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43F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x-user-id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sandbox environment if not present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0F6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/circuit-breakers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6E76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Per-tool circuit breaker states (debug endpoint)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3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/chat — Full Data Flow  ·  Phases 18 &amp; 20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detection → KG assembly → agent designation → plan writing → reflection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2296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54864" cy="40233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650" dirty="0"/>
          </a:p>
        </p:txBody>
      </p:sp>
      <p:sp>
        <p:nvSpPr>
          <p:cNvPr id="7" name="Shape 5"/>
          <p:cNvSpPr/>
          <p:nvPr/>
        </p:nvSpPr>
        <p:spPr>
          <a:xfrm>
            <a:off x="685800" y="1207008"/>
            <a:ext cx="0" cy="3547872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325880" y="804672"/>
            <a:ext cx="82296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25880" y="804672"/>
            <a:ext cx="54864" cy="40233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25880" y="80467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650" dirty="0"/>
          </a:p>
        </p:txBody>
      </p:sp>
      <p:sp>
        <p:nvSpPr>
          <p:cNvPr id="11" name="Shape 9"/>
          <p:cNvSpPr/>
          <p:nvPr/>
        </p:nvSpPr>
        <p:spPr>
          <a:xfrm>
            <a:off x="1737360" y="1207008"/>
            <a:ext cx="0" cy="3547872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331720" y="804672"/>
            <a:ext cx="82296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8B94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31720" y="804672"/>
            <a:ext cx="54864" cy="402336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31720" y="80467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2743200" y="1207008"/>
            <a:ext cx="0" cy="3547872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337560" y="804672"/>
            <a:ext cx="82296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37560" y="804672"/>
            <a:ext cx="54864" cy="40233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37560" y="80467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3749040" y="1207008"/>
            <a:ext cx="0" cy="3547872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343400" y="804672"/>
            <a:ext cx="82296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43400" y="804672"/>
            <a:ext cx="54864" cy="4023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80467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Designator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4754880" y="1207008"/>
            <a:ext cx="0" cy="3547872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349240" y="804672"/>
            <a:ext cx="82296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49240" y="804672"/>
            <a:ext cx="54864" cy="4023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80467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5760720" y="1207008"/>
            <a:ext cx="0" cy="3547872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6400800" y="804672"/>
            <a:ext cx="82296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0" y="804672"/>
            <a:ext cx="54864" cy="40233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80467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6812280" y="1207008"/>
            <a:ext cx="0" cy="3547872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7818120" y="804672"/>
            <a:ext cx="822960" cy="402336"/>
          </a:xfrm>
          <a:prstGeom prst="rect">
            <a:avLst/>
          </a:prstGeom>
          <a:solidFill>
            <a:srgbClr val="161B22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818120" y="804672"/>
            <a:ext cx="54864" cy="40233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18120" y="80467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8229600" y="1207008"/>
            <a:ext cx="0" cy="3547872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85800" y="1261872"/>
            <a:ext cx="1051560" cy="0"/>
          </a:xfrm>
          <a:prstGeom prst="line">
            <a:avLst/>
          </a:prstGeom>
          <a:noFill/>
          <a:ln w="15240">
            <a:solidFill>
              <a:srgbClr val="F0F6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27632" y="1207008"/>
            <a:ext cx="109728" cy="54864"/>
          </a:xfrm>
          <a:prstGeom prst="line">
            <a:avLst/>
          </a:prstGeom>
          <a:noFill/>
          <a:ln w="15240">
            <a:solidFill>
              <a:srgbClr val="F0F6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27632" y="1316736"/>
            <a:ext cx="109728" cy="54864"/>
          </a:xfrm>
          <a:prstGeom prst="line">
            <a:avLst/>
          </a:prstGeom>
          <a:noFill/>
          <a:ln w="15240">
            <a:solidFill>
              <a:srgbClr val="F0F6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" y="107899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/chat {workspace_id, message}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1737360" y="1481328"/>
            <a:ext cx="0" cy="0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627632" y="1426464"/>
            <a:ext cx="109728" cy="54864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627632" y="1536192"/>
            <a:ext cx="109728" cy="54864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83080" y="1298448"/>
            <a:ext cx="-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myWorkspaces(userId) → verify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1737360" y="1664208"/>
            <a:ext cx="0" cy="0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627632" y="1609344"/>
            <a:ext cx="109728" cy="54864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627632" y="1719072"/>
            <a:ext cx="109728" cy="54864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783080" y="1481328"/>
            <a:ext cx="-91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addChatMessage(sender='user')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685800" y="1901952"/>
            <a:ext cx="2057400" cy="0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633472" y="1847088"/>
            <a:ext cx="109728" cy="54864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633472" y="1956816"/>
            <a:ext cx="109728" cy="54864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1520" y="1719072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_is_deploy_intent(message)?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685800" y="2121408"/>
            <a:ext cx="1051560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627632" y="2066544"/>
            <a:ext cx="109728" cy="54864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627632" y="2176272"/>
            <a:ext cx="109728" cy="54864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" y="193852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PARALLEL: fetchChatHistory + fetchConnectors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685800" y="2340864"/>
            <a:ext cx="2057400" cy="0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633472" y="2286000"/>
            <a:ext cx="109728" cy="54864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633472" y="2395728"/>
            <a:ext cx="109728" cy="54864"/>
          </a:xfrm>
          <a:prstGeom prst="line">
            <a:avLst/>
          </a:prstGeom>
          <a:noFill/>
          <a:ln w="15240">
            <a:solidFill>
              <a:srgbClr val="8B949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1520" y="2157984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needs_clarification() [Phase 20]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685800" y="2560320"/>
            <a:ext cx="3063240" cy="0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639312" y="2505456"/>
            <a:ext cx="109728" cy="54864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639312" y="2615184"/>
            <a:ext cx="109728" cy="54864"/>
          </a:xfrm>
          <a:prstGeom prst="line">
            <a:avLst/>
          </a:prstGeom>
          <a:noFill/>
          <a:ln w="15240">
            <a:solidFill>
              <a:srgbClr val="22D3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31520" y="2377440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PARALLEL: generate_plan_context + user_profile + nodes + docs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685800" y="2779776"/>
            <a:ext cx="406908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645152" y="2724912"/>
            <a:ext cx="109728" cy="54864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645152" y="2834640"/>
            <a:ext cx="109728" cy="54864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31520" y="259689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designate(first_msg, KG context)</a:t>
            </a:r>
            <a:endParaRPr lang="en-US" sz="600" dirty="0"/>
          </a:p>
        </p:txBody>
      </p:sp>
      <p:sp>
        <p:nvSpPr>
          <p:cNvPr id="68" name="Shape 66"/>
          <p:cNvSpPr/>
          <p:nvPr/>
        </p:nvSpPr>
        <p:spPr>
          <a:xfrm>
            <a:off x="685800" y="2999232"/>
            <a:ext cx="5074920" cy="0"/>
          </a:xfrm>
          <a:prstGeom prst="line">
            <a:avLst/>
          </a:prstGeom>
          <a:noFill/>
          <a:ln w="15240">
            <a:solidFill>
              <a:srgbClr val="8B5CF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650992" y="2944368"/>
            <a:ext cx="109728" cy="54864"/>
          </a:xfrm>
          <a:prstGeom prst="line">
            <a:avLst/>
          </a:prstGeom>
          <a:noFill/>
          <a:ln w="15240">
            <a:solidFill>
              <a:srgbClr val="8B5CF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650992" y="3054096"/>
            <a:ext cx="109728" cy="54864"/>
          </a:xfrm>
          <a:prstGeom prst="line">
            <a:avLst/>
          </a:prstGeom>
          <a:noFill/>
          <a:ln w="15240">
            <a:solidFill>
              <a:srgbClr val="8B5CF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1520" y="2816352"/>
            <a:ext cx="4983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write_plan(session, message, context, history)</a:t>
            </a:r>
            <a:endParaRPr lang="en-US" sz="600" dirty="0"/>
          </a:p>
        </p:txBody>
      </p:sp>
      <p:sp>
        <p:nvSpPr>
          <p:cNvPr id="72" name="Shape 70"/>
          <p:cNvSpPr/>
          <p:nvPr/>
        </p:nvSpPr>
        <p:spPr>
          <a:xfrm>
            <a:off x="5760720" y="3200400"/>
            <a:ext cx="2468880" cy="0"/>
          </a:xfrm>
          <a:prstGeom prst="line">
            <a:avLst/>
          </a:prstGeom>
          <a:noFill/>
          <a:ln w="15240">
            <a:solidFill>
              <a:srgbClr val="8B5CF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119872" y="3145536"/>
            <a:ext cx="109728" cy="54864"/>
          </a:xfrm>
          <a:prstGeom prst="line">
            <a:avLst/>
          </a:prstGeom>
          <a:noFill/>
          <a:ln w="15240">
            <a:solidFill>
              <a:srgbClr val="8B5CF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119872" y="3255264"/>
            <a:ext cx="109728" cy="54864"/>
          </a:xfrm>
          <a:prstGeom prst="line">
            <a:avLst/>
          </a:prstGeom>
          <a:noFill/>
          <a:ln w="15240">
            <a:solidFill>
              <a:srgbClr val="8B5CF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806440" y="3017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/v1/messages (plan_writer.txt)</a:t>
            </a:r>
            <a:endParaRPr lang="en-US" sz="600" dirty="0"/>
          </a:p>
        </p:txBody>
      </p:sp>
      <p:sp>
        <p:nvSpPr>
          <p:cNvPr id="76" name="Shape 74"/>
          <p:cNvSpPr/>
          <p:nvPr/>
        </p:nvSpPr>
        <p:spPr>
          <a:xfrm>
            <a:off x="5760720" y="3383280"/>
            <a:ext cx="2468880" cy="0"/>
          </a:xfrm>
          <a:prstGeom prst="line">
            <a:avLst/>
          </a:prstGeom>
          <a:noFill/>
          <a:ln w="15240">
            <a:solidFill>
              <a:srgbClr val="6E7681"/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>
            <a:off x="8119872" y="3328416"/>
            <a:ext cx="109728" cy="54864"/>
          </a:xfrm>
          <a:prstGeom prst="line">
            <a:avLst/>
          </a:prstGeom>
          <a:noFill/>
          <a:ln w="15240">
            <a:solidFill>
              <a:srgbClr val="6E768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119872" y="3438144"/>
            <a:ext cx="109728" cy="54864"/>
          </a:xfrm>
          <a:prstGeom prst="line">
            <a:avLst/>
          </a:prstGeom>
          <a:noFill/>
          <a:ln w="15240">
            <a:solidFill>
              <a:srgbClr val="6E768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806440" y="320040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markdown text</a:t>
            </a:r>
            <a:endParaRPr lang="en-US" sz="600" dirty="0"/>
          </a:p>
        </p:txBody>
      </p:sp>
      <p:sp>
        <p:nvSpPr>
          <p:cNvPr id="80" name="Shape 78"/>
          <p:cNvSpPr/>
          <p:nvPr/>
        </p:nvSpPr>
        <p:spPr>
          <a:xfrm>
            <a:off x="685800" y="3602736"/>
            <a:ext cx="6126480" cy="0"/>
          </a:xfrm>
          <a:prstGeom prst="line">
            <a:avLst/>
          </a:prstGeom>
          <a:noFill/>
          <a:ln w="15240">
            <a:solidFill>
              <a:srgbClr val="8B5CF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702552" y="3547872"/>
            <a:ext cx="109728" cy="54864"/>
          </a:xfrm>
          <a:prstGeom prst="line">
            <a:avLst/>
          </a:prstGeom>
          <a:noFill/>
          <a:ln w="15240">
            <a:solidFill>
              <a:srgbClr val="8B5CF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702552" y="3657600"/>
            <a:ext cx="109728" cy="54864"/>
          </a:xfrm>
          <a:prstGeom prst="line">
            <a:avLst/>
          </a:prstGeom>
          <a:noFill/>
          <a:ln w="15240">
            <a:solidFill>
              <a:srgbClr val="8B5CF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31520" y="3419856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reflect_on_plan(plan, tools_ctx) [Phase 18]</a:t>
            </a:r>
            <a:endParaRPr lang="en-US" sz="600" dirty="0"/>
          </a:p>
        </p:txBody>
      </p:sp>
      <p:sp>
        <p:nvSpPr>
          <p:cNvPr id="84" name="Shape 82"/>
          <p:cNvSpPr/>
          <p:nvPr/>
        </p:nvSpPr>
        <p:spPr>
          <a:xfrm>
            <a:off x="6812280" y="3785616"/>
            <a:ext cx="1417320" cy="0"/>
          </a:xfrm>
          <a:prstGeom prst="line">
            <a:avLst/>
          </a:prstGeom>
          <a:noFill/>
          <a:ln w="15240">
            <a:solidFill>
              <a:srgbClr val="8B5CF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119872" y="3730752"/>
            <a:ext cx="109728" cy="54864"/>
          </a:xfrm>
          <a:prstGeom prst="line">
            <a:avLst/>
          </a:prstGeom>
          <a:noFill/>
          <a:ln w="15240">
            <a:solidFill>
              <a:srgbClr val="8B5CF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119872" y="3840480"/>
            <a:ext cx="109728" cy="54864"/>
          </a:xfrm>
          <a:prstGeom prst="line">
            <a:avLst/>
          </a:prstGeom>
          <a:noFill/>
          <a:ln w="15240">
            <a:solidFill>
              <a:srgbClr val="8B5CF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6858000" y="360273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/v1/messages (plan_reflection.txt)</a:t>
            </a:r>
            <a:endParaRPr lang="en-US" sz="600" dirty="0"/>
          </a:p>
        </p:txBody>
      </p:sp>
      <p:sp>
        <p:nvSpPr>
          <p:cNvPr id="88" name="Shape 86"/>
          <p:cNvSpPr/>
          <p:nvPr/>
        </p:nvSpPr>
        <p:spPr>
          <a:xfrm>
            <a:off x="6812280" y="3968496"/>
            <a:ext cx="1417320" cy="0"/>
          </a:xfrm>
          <a:prstGeom prst="line">
            <a:avLst/>
          </a:prstGeom>
          <a:noFill/>
          <a:ln w="15240">
            <a:solidFill>
              <a:srgbClr val="6E7681"/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>
            <a:off x="8119872" y="3913632"/>
            <a:ext cx="109728" cy="54864"/>
          </a:xfrm>
          <a:prstGeom prst="line">
            <a:avLst/>
          </a:prstGeom>
          <a:noFill/>
          <a:ln w="15240">
            <a:solidFill>
              <a:srgbClr val="6E7681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119872" y="4023360"/>
            <a:ext cx="109728" cy="54864"/>
          </a:xfrm>
          <a:prstGeom prst="line">
            <a:avLst/>
          </a:prstGeom>
          <a:noFill/>
          <a:ln w="15240">
            <a:solidFill>
              <a:srgbClr val="6E7681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858000" y="378561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| REVISED: ...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685800" y="4169664"/>
            <a:ext cx="1051560" cy="0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627632" y="4114800"/>
            <a:ext cx="109728" cy="54864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627632" y="4224528"/>
            <a:ext cx="109728" cy="54864"/>
          </a:xfrm>
          <a:prstGeom prst="line">
            <a:avLst/>
          </a:prstGeom>
          <a:noFill/>
          <a:ln w="15240">
            <a:solidFill>
              <a:srgbClr val="3B82F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31520" y="398678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addChatMessage(sender='ai', content=plan)</a:t>
            </a:r>
            <a:endParaRPr lang="en-US" sz="600" dirty="0"/>
          </a:p>
        </p:txBody>
      </p:sp>
      <p:sp>
        <p:nvSpPr>
          <p:cNvPr id="96" name="Shape 94"/>
          <p:cNvSpPr/>
          <p:nvPr/>
        </p:nvSpPr>
        <p:spPr>
          <a:xfrm>
            <a:off x="685800" y="4352544"/>
            <a:ext cx="1051560" cy="0"/>
          </a:xfrm>
          <a:prstGeom prst="line">
            <a:avLst/>
          </a:prstGeom>
          <a:noFill/>
          <a:ln w="15240">
            <a:solidFill>
              <a:srgbClr val="14B8A6"/>
            </a:solidFill>
            <a:prstDash val="dash"/>
          </a:ln>
        </p:spPr>
      </p:sp>
      <p:sp>
        <p:nvSpPr>
          <p:cNvPr id="97" name="Shape 95"/>
          <p:cNvSpPr/>
          <p:nvPr/>
        </p:nvSpPr>
        <p:spPr>
          <a:xfrm>
            <a:off x="1627632" y="4297680"/>
            <a:ext cx="109728" cy="54864"/>
          </a:xfrm>
          <a:prstGeom prst="line">
            <a:avLst/>
          </a:prstGeom>
          <a:noFill/>
          <a:ln w="15240">
            <a:solidFill>
              <a:srgbClr val="14B8A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627632" y="4407408"/>
            <a:ext cx="109728" cy="54864"/>
          </a:xfrm>
          <a:prstGeom prst="line">
            <a:avLst/>
          </a:prstGeom>
          <a:noFill/>
          <a:ln w="15240">
            <a:solidFill>
              <a:srgbClr val="14B8A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31520" y="416966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ChatResponse {plan_md, intent, agent_name, agent_role}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/plan/compile — Validate-and-Retry Loop  ·  Phases 19, 21, 22, 23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injection → tool graph → RAG → LLM call → 3-attempt validation loop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4114800" cy="1938528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54864" cy="193852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8412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Gather (concurrent  asyncio.gather)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9184" y="1115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resolve_workspace_config(client, workspace_id)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9184" y="142646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fetch_connectors_with_resources(client) → db_schema  [Phase 23]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9184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fetch_available_tools(client) → active_tool_ids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9184" y="204825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fetch_similar_deployments(client, query) → RAG examples  [Phase 19]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82880" y="2779776"/>
            <a:ext cx="4114800" cy="1700784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2779776"/>
            <a:ext cx="54864" cy="170078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281635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System Prompt Assembly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9184" y="30723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toolbox_section (registry.format_for_prompt()) — injected FIRST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29184" y="334670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step_formulation.txt + environment_context JSON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29184" y="362102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schema_section (exact column names)  [Phase 23]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29184" y="389534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tool_graph_section (produces/consumes)  [Phase 22]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29184" y="416966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User prompt: approved_markdown or chat history + RAG examples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4572000" y="804672"/>
            <a:ext cx="4343400" cy="3675888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804672"/>
            <a:ext cx="54864" cy="36758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18304" y="8412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Validate-and-Retry Loop  (max 3 attempts)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1152144"/>
            <a:ext cx="406908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1152144"/>
            <a:ext cx="54864" cy="5486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18872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api.anthropic.com/v1/messages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{model: claude-sonnet-4, max_tokens: 4096, timeout: 90s}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709160" y="1773936"/>
            <a:ext cx="406908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F0F6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09160" y="1773936"/>
            <a:ext cx="54864" cy="548640"/>
          </a:xfrm>
          <a:prstGeom prst="rect">
            <a:avLst/>
          </a:prstGeom>
          <a:solidFill>
            <a:srgbClr val="F0F6FF"/>
          </a:solidFill>
          <a:ln w="12700">
            <a:solidFill>
              <a:srgbClr val="F0F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810512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_parse_claude_json() — strip ``` fences → JSON.parse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✗ parse error → append to messages → retry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709160" y="2395728"/>
            <a:ext cx="406908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395728"/>
            <a:ext cx="54864" cy="5486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2432304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registry.validate_steps(raw_steps)  [Phase 21]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✗ tool_id/action/arg errors → build_retry_prompt() → retry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709160" y="3017520"/>
            <a:ext cx="406908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9160" y="3017520"/>
            <a:ext cx="54864" cy="54864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054096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explain_sql(sql, db_url) — real EXPLAIN on Postgres  [Phase 23]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✗ EXPLAIN fails → corrective prompt → retry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709160" y="3639312"/>
            <a:ext cx="4069080" cy="548640"/>
          </a:xfrm>
          <a:prstGeom prst="rect">
            <a:avLst/>
          </a:prstGeom>
          <a:solidFill>
            <a:srgbClr val="161B22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639312"/>
            <a:ext cx="54864" cy="5486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675888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ALL PASS → CompileResponse {steps: [validated]}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(non-blocking: validate_sql_columns() warns on bad refs)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8641080" y="1426464"/>
            <a:ext cx="0" cy="2487168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8668512" y="24688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→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/deploy — Async Job Queue + Worker  ·  Phases 7, 9, 11, 19, 23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Fire-and-forget enqueue → background worker → SSE stream → audit → RAG write-back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4114800" cy="1481328"/>
          </a:xfrm>
          <a:prstGeom prst="rect">
            <a:avLst/>
          </a:prstGeom>
          <a:solidFill>
            <a:srgbClr val="161B22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54864" cy="148132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8412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Path (synchronous — &lt;1ms)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9184" y="11155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POST /deploy {workspace_id, sandbox_id?, steps[]}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29184" y="13350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verify_workspace_access → myWorkspaces GraphQL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29184" y="15544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create JobRecord(job_id=uuid, status=QUEUED)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29184" y="177393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job_store.enqueue(record) → asyncio.Queue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329184" y="19933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return {job_id, status: 'queued', total} immediately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82880" y="2377440"/>
            <a:ext cx="411480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82880" y="2377440"/>
            <a:ext cx="54864" cy="914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" y="241401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Observability (concurrent with worker)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9184" y="26883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/jobs/{job_id}/stream  → SSE text/event-stream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(each log line: data: &lt;line&gt;\n\n  ·  keepalive every 30s)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/jobs/{job_id}/status  → {status, progress, total, error}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/deployments/{workspace_id}  → audit history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182880" y="3383280"/>
            <a:ext cx="4114800" cy="1426464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3383280"/>
            <a:ext cx="54864" cy="14264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" y="341985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Completion (success path)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9184" y="3694176"/>
            <a:ext cx="39319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audit_store.finish_run(job_id, status='completed')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store_deployment_summary(client, DeploymentRun) [Phase 19]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KG write-back for future RAG retrieval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addChatMessage(logs markdown)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job.close_streams() → emit(None) to all SSE subscribers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0" y="804672"/>
            <a:ext cx="4343400" cy="4005072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804672"/>
            <a:ext cx="54864" cy="400507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18304" y="84124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Loop — Per Step Execution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1152144"/>
            <a:ext cx="406908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152144"/>
            <a:ext cx="54864" cy="42062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17043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credential_ref → inject db_url / tableau / powerbi into step.arguments.context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709160" y="1627632"/>
            <a:ext cx="406908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1627632"/>
            <a:ext cx="54864" cy="42062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64592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IdempotencyStore: already_done(job_id, step_index)?  [Phase 9]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IF yes: skip silently (idempotent re-runs)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709160" y="2103120"/>
            <a:ext cx="406908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103120"/>
            <a:ext cx="54864" cy="42062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2121408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explain_sql(sql, db_url) for spark/dbt steps  [Phase 23]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PermanentToolError if EXPLAIN fails → abort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709160" y="2578608"/>
            <a:ext cx="406908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2578608"/>
            <a:ext cx="54864" cy="42062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2596896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CircuitBreaker.get_breaker(tool_id)  [Phase 7]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CircuitOpenError: skip step, pipeline continues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4709160" y="3054096"/>
            <a:ext cx="406908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054096"/>
            <a:ext cx="54864" cy="42062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072384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with_retry(executeTool mutation, attempts=3, base_delay=1.0s)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executeTool(toolId, inputs) via Apollo Router :4001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709160" y="3529584"/>
            <a:ext cx="406908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09160" y="3529584"/>
            <a:ext cx="54864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35478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IdempotencyStore.mark_done(key)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AuditStore.record_step(duration_ms, status)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SSEStream.emit(log_line)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709160" y="4005072"/>
            <a:ext cx="4069080" cy="420624"/>
          </a:xfrm>
          <a:prstGeom prst="rect">
            <a:avLst/>
          </a:prstGeom>
          <a:solidFill>
            <a:srgbClr val="161B22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4005072"/>
            <a:ext cx="54864" cy="420624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46320" y="402336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PermanentToolError → run_rollback() [reversed]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RollbackRegistry: mutable steps register compensating actions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Designation System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message → keyword scoring → persona selection → AgentSession + KG company context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164592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54864" cy="301752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877824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1168" y="1170432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426464"/>
            <a:ext cx="1463040" cy="0"/>
          </a:xfrm>
          <a:prstGeom prst="line">
            <a:avLst/>
          </a:prstGeom>
          <a:noFill/>
          <a:ln w="6350">
            <a:solidFill>
              <a:srgbClr val="F43F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4813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74320" y="1664208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ml, predict, churn, train, classifier, forecast, embedding, fine-tune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74320" y="2505456"/>
            <a:ext cx="14630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256032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Curious &amp; experimental; explains trade-offs, flags data uncertainty before training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1947672" y="804672"/>
            <a:ext cx="164592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947672" y="804672"/>
            <a:ext cx="54864" cy="30175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877824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65960" y="1170432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039112" y="1426464"/>
            <a:ext cx="1463040" cy="0"/>
          </a:xfrm>
          <a:prstGeom prst="line">
            <a:avLst/>
          </a:prstGeom>
          <a:noFill/>
          <a:ln w="635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39112" y="14813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039112" y="1664208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kafka, stream, airflow, dag, schedule, cron, realtime, ingest, queue, topic, event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2039112" y="2505456"/>
            <a:ext cx="14630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39112" y="256032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&amp; infra-focused; thinks in topics, DAGs, schedules, and retries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712464" y="804672"/>
            <a:ext cx="164592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712464" y="804672"/>
            <a:ext cx="54864" cy="30175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30752" y="877824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Zephyr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30752" y="1170432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803904" y="1426464"/>
            <a:ext cx="1463040" cy="0"/>
          </a:xfrm>
          <a:prstGeom prst="line">
            <a:avLst/>
          </a:prstGeom>
          <a:noFill/>
          <a:ln w="635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03904" y="14813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803904" y="1664208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schema design, migration, warehouse, lakehouse, data model, contract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3803904" y="2505456"/>
            <a:ext cx="14630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03904" y="256032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Big-picture &amp; strategic; designs schemas and data contracts before anything runs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477256" y="804672"/>
            <a:ext cx="164592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77256" y="804672"/>
            <a:ext cx="54864" cy="3017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95544" y="877824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95544" y="1170432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568696" y="1426464"/>
            <a:ext cx="1463040" cy="0"/>
          </a:xfrm>
          <a:prstGeom prst="line">
            <a:avLst/>
          </a:prstGeom>
          <a:noFill/>
          <a:ln w="635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68696" y="14813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5568696" y="1664208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dashboard, pdf, tableau, powerbi, chart, trend, kpi, insight, analyze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568696" y="2505456"/>
            <a:ext cx="14630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68696" y="256032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&amp; narrative-driven; turns numbers into a story, leads with the insight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242048" y="804672"/>
            <a:ext cx="1645920" cy="3017520"/>
          </a:xfrm>
          <a:prstGeom prst="rect">
            <a:avLst/>
          </a:prstGeom>
          <a:solidFill>
            <a:srgbClr val="161B22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242048" y="804672"/>
            <a:ext cx="54864" cy="30175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60336" y="877824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260336" y="1170432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  ★ DEFAULT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333488" y="1426464"/>
            <a:ext cx="1463040" cy="0"/>
          </a:xfrm>
          <a:prstGeom prst="line">
            <a:avLst/>
          </a:prstGeom>
          <a:noFill/>
          <a:ln w="6350">
            <a:solidFill>
              <a:srgbClr val="14B8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33488" y="1481328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Triggers: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333488" y="1664208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etl, elt, clean, transform, deduplicate, csv, load, extract, join, aggregate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333488" y="2505456"/>
            <a:ext cx="14630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33488" y="256032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 &amp; methodical; cleans and validates data before trusting it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82880" y="3913632"/>
            <a:ext cx="4114800" cy="1024128"/>
          </a:xfrm>
          <a:prstGeom prst="rect">
            <a:avLst/>
          </a:prstGeom>
          <a:solidFill>
            <a:srgbClr val="161B22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82880" y="3913632"/>
            <a:ext cx="54864" cy="10241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9184" y="395020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select_agent(message: str) → AgentProfile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29184" y="420624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Word-boundary regex scores each profile by matching trigger keywords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Highest score wins; ties broken by pool order (specialized roles first)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Falls back to Aria (data engineer) when no keywords match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572000" y="3913632"/>
            <a:ext cx="4343400" cy="1024128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572000" y="3913632"/>
            <a:ext cx="54864" cy="10241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18304" y="39502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designate() → AgentSession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718304" y="420624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Calls select_agent() on the FIRST user message (anchored for whole session)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summarize_company_context(): company name, industry, role, top-8 KG nodes, top-5 docs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Returns AgentSession {session_id, agent, workspace_id, twin_owner_id, company_context}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Context Assembly — Knowledge Graph Integration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generate_plan_context() fetches 7+ data sources concurrently and assembles a token-budgeted markdown brief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8778240" cy="237744"/>
          </a:xfrm>
          <a:prstGeom prst="rect">
            <a:avLst/>
          </a:prstGeom>
          <a:solidFill>
            <a:srgbClr val="161B22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54864" cy="23774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804672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Parallel Fetch  (asyncio.gather)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" y="1078992"/>
            <a:ext cx="1664208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82880" y="1078992"/>
            <a:ext cx="54864" cy="5852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" y="1115568"/>
            <a:ext cx="1609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fetch_connectors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_with_resources()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1938528" y="1078992"/>
            <a:ext cx="1664208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38528" y="1078992"/>
            <a:ext cx="54864" cy="5852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5104" y="1115568"/>
            <a:ext cx="1609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fetch_knowledge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_documents(ws_id)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94176" y="1078992"/>
            <a:ext cx="1664208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94176" y="1078992"/>
            <a:ext cx="54864" cy="58521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1115568"/>
            <a:ext cx="1609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fetch_semantic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_nodes(ws_id)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449824" y="1078992"/>
            <a:ext cx="1664208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49824" y="1078992"/>
            <a:ext cx="54864" cy="5852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1115568"/>
            <a:ext cx="1609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fetch_available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_tools()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205472" y="1078992"/>
            <a:ext cx="1664208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05472" y="1078992"/>
            <a:ext cx="54864" cy="58521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42048" y="1115568"/>
            <a:ext cx="160934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fetch_workspace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_shares(ws_id)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182880" y="1792224"/>
            <a:ext cx="8778240" cy="237744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82880" y="1792224"/>
            <a:ext cx="54864" cy="23774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" y="1792224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User &amp; Company IAM  (sequential, only when user_id present)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82880" y="2066544"/>
            <a:ext cx="2103120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82880" y="2066544"/>
            <a:ext cx="54864" cy="5852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9456" y="2103120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fetch_user_profile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(user_id)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395728" y="2066544"/>
            <a:ext cx="2103120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395728" y="2066544"/>
            <a:ext cx="54864" cy="5852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432304" y="2103120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fetch_company_users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(companyId)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608576" y="2066544"/>
            <a:ext cx="2103120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08576" y="2066544"/>
            <a:ext cx="54864" cy="5852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45152" y="2103120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fetch_company_teams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(companyId)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821424" y="2066544"/>
            <a:ext cx="2103120" cy="585216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21424" y="2066544"/>
            <a:ext cx="54864" cy="58521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2103120"/>
            <a:ext cx="204825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fetch_team_details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(team_id) × N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182880" y="2779776"/>
            <a:ext cx="8778240" cy="237744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82880" y="2779776"/>
            <a:ext cx="54864" cy="23774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9184" y="2779776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Shared Twin Knowledge  (for each share ≠ self, parallel)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82880" y="3054096"/>
            <a:ext cx="26060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182880" y="3054096"/>
            <a:ext cx="54864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19456" y="3090672"/>
            <a:ext cx="2542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fetch_knowledge_docs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(share_user_id)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tagged [Shared Twin]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2926080" y="3054096"/>
            <a:ext cx="2606040" cy="658368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926080" y="3054096"/>
            <a:ext cx="54864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62656" y="3090672"/>
            <a:ext cx="25420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fetch_semantic_nodes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(share_user_id)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tagged [Shared Twin Node]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182880" y="3822192"/>
            <a:ext cx="8778240" cy="1078992"/>
          </a:xfrm>
          <a:prstGeom prst="rect">
            <a:avLst/>
          </a:prstGeom>
          <a:solidFill>
            <a:srgbClr val="161B22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82880" y="3822192"/>
            <a:ext cx="54864" cy="107899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9184" y="385876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ASSEMBLY  →  ContextBudget().assemble(raw_sections)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29184" y="41330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Workspace Connectors &amp; Schemas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2505456" y="41330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Knowledge Documents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681728" y="41330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Semantic Graph Nodes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858000" y="413308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Available Execution Tools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329184" y="44439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Company IAM Directory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2505456" y="44439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Team Squads &amp; Workflows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4681728" y="444398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 Current User Profile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Stack  ·  Phases 7, 9, 11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 · Retry with backoff · Idempotency · Audit trail · Rollback compensation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283464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54864" cy="4114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8595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Circuit Breaker  [Phase 7]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9184" y="1170432"/>
            <a:ext cx="2560320" cy="0"/>
          </a:xfrm>
          <a:prstGeom prst="line">
            <a:avLst/>
          </a:prstGeom>
          <a:noFill/>
          <a:ln w="635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" y="12435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Per tool_id circuit breaker instance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9184" y="1645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States: CLOSED → OPEN → HALF_OPEN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29184" y="20482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CircuitOpenError → step skipped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9184" y="24505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Pipeline continues (graceful degradation)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29184" y="28529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GET /circuit-breakers exposes all states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9184" y="32552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Prevents cascade failure on flaky tools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154680" y="804672"/>
            <a:ext cx="283464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54680" y="804672"/>
            <a:ext cx="54864" cy="41148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00984" y="8595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Retry + Idempotency  [7, 9]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00984" y="1170432"/>
            <a:ext cx="2560320" cy="0"/>
          </a:xfrm>
          <a:prstGeom prst="line">
            <a:avLst/>
          </a:prstGeom>
          <a:noFill/>
          <a:ln w="635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00984" y="12435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with_retry(): 3 attempts, base_delay=1.0s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00984" y="1645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Exponential backoff between attempts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00984" y="20482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TransientToolError → retried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300984" y="24505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PermanentToolError → abort immediately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00984" y="28529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IdempotencyStore key = (job_id, step_index)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300984" y="32552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Duplicate re-run → silently skipped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00984" y="3657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Survives partial failures &amp; restarts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26480" y="804672"/>
            <a:ext cx="2834640" cy="4114800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804672"/>
            <a:ext cx="54864" cy="41148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2784" y="85953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Audit + Rollback  [Phase 11]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272784" y="1170432"/>
            <a:ext cx="2560320" cy="0"/>
          </a:xfrm>
          <a:prstGeom prst="line">
            <a:avLst/>
          </a:prstGeom>
          <a:noFill/>
          <a:ln w="635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72784" y="124358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AuditStore: in-memory per run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72784" y="1645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start_run() / record_step(duration_ms) / finish_run()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272784" y="204825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GET /deployments/{ws} → full history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72784" y="24505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RollbackRegistry: mutable steps register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272784" y="28529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compensating actions (e.g. delete_report)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272784" y="325526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On failure: actions run in reverse order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72784" y="3657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Rollback failures logged (non-fatal)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 Registry &amp; Step Validation  ·  Phases 21, 22, 23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loading → capability graph → schema injection → 3-stage LLM output validation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420624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54864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" y="85953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Startup: toolbox.load()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29184" y="111556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YAML manifests from TOOL_BUILDER_TOOLS_DIR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Builds ToolRegistry keyed by tool_id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286000" y="1719072"/>
            <a:ext cx="0" cy="109728"/>
          </a:xfrm>
          <a:prstGeom prst="line">
            <a:avLst/>
          </a:prstGeom>
          <a:noFill/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828800"/>
            <a:ext cx="420624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1828800"/>
            <a:ext cx="54864" cy="9144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" y="188366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Scope to workspace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" y="213969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fetch_available_tools() → active_tool_ids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toolbox.registry_for(ids) → scoped ToolRegistry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registry.format_for_prompt() → prepended FIRST in system prompt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286000" y="2743200"/>
            <a:ext cx="0" cy="109728"/>
          </a:xfrm>
          <a:prstGeom prst="line">
            <a:avLst/>
          </a:prstGeom>
          <a:noFill/>
          <a:ln w="12700">
            <a:solidFill>
              <a:srgbClr val="3B82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2852928"/>
            <a:ext cx="420624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82880" y="2852928"/>
            <a:ext cx="54864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" y="290779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ToolCapabilityGraph  [Phase 22]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9184" y="316382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ToolCapabilityGraph.from_active_tools(active_tools)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produces/consumes relationships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format_for_prompt() → tool_graph_section appended to prompt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286000" y="3767328"/>
            <a:ext cx="0" cy="109728"/>
          </a:xfrm>
          <a:prstGeom prst="line">
            <a:avLst/>
          </a:prstGeom>
          <a:noFill/>
          <a:ln w="12700">
            <a:solidFill>
              <a:srgbClr val="8B5C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" y="3877056"/>
            <a:ext cx="420624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2D3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82880" y="3877056"/>
            <a:ext cx="54864" cy="9144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" y="3931920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Schema Injection  [Phase 23]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" y="418795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extract_schema_from_resources(connectors_data) → db_schema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format_schema_for_prompt(db_schema) → exact column names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Injected into system prompt so Claude writes correct SQL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754880" y="804672"/>
            <a:ext cx="420624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804672"/>
            <a:ext cx="54864" cy="91440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01184" y="859536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LLM Call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901184" y="1115568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api.anthropic.com/v1/messages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claude-sonnet-4-20250514  ·  max_tokens: 4096  ·  timeout: 90s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754880" y="1828800"/>
            <a:ext cx="420624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1828800"/>
            <a:ext cx="54864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01184" y="1883664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3-Stage Validation  (retry loop)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01184" y="2139696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_parse_claude_json() — strip code fences → JSON.parse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registry.validate_steps() — tool_id, action, required args  [Phase 21]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explain_sql() — real PostgreSQL EXPLAIN for spark/dbt steps  [Phase 23]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754880" y="2852928"/>
            <a:ext cx="4206240" cy="914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852928"/>
            <a:ext cx="54864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01184" y="2907792"/>
            <a:ext cx="3977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Non-blocking Warnings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901184" y="316382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validate_sql_columns() checks column references against db_schema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Warnings stored in step['_warnings'] — never block compilation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for debugging; surfaced to the caller via step metadata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Data Models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request/response contracts and async job state machine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2084832" cy="4133088"/>
          </a:xfrm>
          <a:prstGeom prst="rect">
            <a:avLst/>
          </a:prstGeom>
          <a:solidFill>
            <a:srgbClr val="161B22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04672"/>
            <a:ext cx="54864" cy="413308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8412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ChatRequest / ChatResponse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92608" y="1115568"/>
            <a:ext cx="1828800" cy="0"/>
          </a:xfrm>
          <a:prstGeom prst="line">
            <a:avLst/>
          </a:prstGeom>
          <a:noFill/>
          <a:ln w="635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1704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ChatRequest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92608" y="14264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workspace_id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88720" y="142646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292608" y="16824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188720" y="168249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292608" y="219456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ChatResponse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92608" y="24505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188720" y="245059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 (plan markdown)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292608" y="27066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188720" y="270662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| None  — 'deploy' | 'clarification' | 'plan'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292608" y="29626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agent_name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188720" y="296265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| None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92608" y="32186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agent_role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188720" y="321868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| None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2395728" y="804672"/>
            <a:ext cx="2084832" cy="4133088"/>
          </a:xfrm>
          <a:prstGeom prst="rect">
            <a:avLst/>
          </a:prstGeom>
          <a:solidFill>
            <a:srgbClr val="161B22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395728" y="804672"/>
            <a:ext cx="54864" cy="413308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05456" y="8412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CompileRequest / CompileResponse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05456" y="1115568"/>
            <a:ext cx="1828800" cy="0"/>
          </a:xfrm>
          <a:prstGeom prst="line">
            <a:avLst/>
          </a:prstGeom>
          <a:noFill/>
          <a:ln w="635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05456" y="11704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CompileRequest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2505456" y="14264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workspace_id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401568" y="142646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2505456" y="16824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approved_markdown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401568" y="168249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| None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2505456" y="19385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401568" y="193852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| None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2505456" y="24505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CompileResponse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2505456" y="27066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401568" y="270662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list[dict]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2505456" y="29626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tool_id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401568" y="296265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05456" y="32186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action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401568" y="321868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2505456" y="34747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arguments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401568" y="347472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</a:t>
            </a:r>
            <a:endParaRPr lang="en-US" sz="650" dirty="0"/>
          </a:p>
        </p:txBody>
      </p:sp>
      <p:sp>
        <p:nvSpPr>
          <p:cNvPr id="42" name="Text 40"/>
          <p:cNvSpPr/>
          <p:nvPr/>
        </p:nvSpPr>
        <p:spPr>
          <a:xfrm>
            <a:off x="2505456" y="37307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credential_ref?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401568" y="373075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2505456" y="39867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_warnings?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401568" y="398678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list[str]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4608576" y="804672"/>
            <a:ext cx="2084832" cy="4133088"/>
          </a:xfrm>
          <a:prstGeom prst="rect">
            <a:avLst/>
          </a:prstGeom>
          <a:solidFill>
            <a:srgbClr val="161B22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08576" y="804672"/>
            <a:ext cx="54864" cy="413308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18304" y="8412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DeployRequest / JobRecord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18304" y="1115568"/>
            <a:ext cx="1828800" cy="0"/>
          </a:xfrm>
          <a:prstGeom prst="line">
            <a:avLst/>
          </a:prstGeom>
          <a:noFill/>
          <a:ln w="635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18304" y="11704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DeployRequest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4718304" y="14264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workspace_id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614416" y="142646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4718304" y="16824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sandbox_id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614416" y="168249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| None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718304" y="19385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614416" y="193852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list[dict]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4718304" y="24505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JobRecord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4718304" y="27066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job_id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614416" y="270662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 (uuid hex)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4718304" y="29626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5614416" y="296265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JobStatus enum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4718304" y="32186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614416" y="321868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 (steps done)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4718304" y="347472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5614416" y="3474720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 (steps total)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4718304" y="37307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614416" y="373075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 | None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4718304" y="398678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_subscribers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614416" y="398678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list[asyncio.Queue]  (SSE)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6821424" y="804672"/>
            <a:ext cx="2084832" cy="4133088"/>
          </a:xfrm>
          <a:prstGeom prst="rect">
            <a:avLst/>
          </a:prstGeom>
          <a:solidFill>
            <a:srgbClr val="161B22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821424" y="804672"/>
            <a:ext cx="54864" cy="413308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31152" y="8412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JobStatus State Machine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931152" y="1115568"/>
            <a:ext cx="1828800" cy="0"/>
          </a:xfrm>
          <a:prstGeom prst="line">
            <a:avLst/>
          </a:prstGeom>
          <a:noFill/>
          <a:ln w="6350">
            <a:solidFill>
              <a:srgbClr val="F43F5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931152" y="117043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7827264" y="117043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enqueued in asyncio.Queue</a:t>
            </a:r>
            <a:endParaRPr lang="en-US" sz="650" dirty="0"/>
          </a:p>
        </p:txBody>
      </p:sp>
      <p:sp>
        <p:nvSpPr>
          <p:cNvPr id="76" name="Text 74"/>
          <p:cNvSpPr/>
          <p:nvPr/>
        </p:nvSpPr>
        <p:spPr>
          <a:xfrm>
            <a:off x="6931152" y="14264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7827264" y="142646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worker picked up the job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6931152" y="16824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7827264" y="168249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all steps succeeded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6931152" y="193852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7827264" y="193852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PermanentToolError hit</a:t>
            </a:r>
            <a:endParaRPr lang="en-US" sz="650" dirty="0"/>
          </a:p>
        </p:txBody>
      </p:sp>
      <p:sp>
        <p:nvSpPr>
          <p:cNvPr id="82" name="Text 80"/>
          <p:cNvSpPr/>
          <p:nvPr/>
        </p:nvSpPr>
        <p:spPr>
          <a:xfrm>
            <a:off x="6931152" y="245059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Transitions:</a:t>
            </a:r>
            <a:endParaRPr lang="en-US" sz="750" dirty="0"/>
          </a:p>
        </p:txBody>
      </p:sp>
      <p:sp>
        <p:nvSpPr>
          <p:cNvPr id="83" name="Text 81"/>
          <p:cNvSpPr/>
          <p:nvPr/>
        </p:nvSpPr>
        <p:spPr>
          <a:xfrm>
            <a:off x="6931152" y="270662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 → RUNNING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7827264" y="2706624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picks up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6931152" y="29626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→ COMPLETED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7827264" y="2962656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steps done</a:t>
            </a:r>
            <a:endParaRPr lang="en-US" sz="650" dirty="0"/>
          </a:p>
        </p:txBody>
      </p:sp>
      <p:sp>
        <p:nvSpPr>
          <p:cNvPr id="87" name="Text 85"/>
          <p:cNvSpPr/>
          <p:nvPr/>
        </p:nvSpPr>
        <p:spPr>
          <a:xfrm>
            <a:off x="6931152" y="321868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→ FAILED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7827264" y="321868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raises permanent error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6931152" y="373075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SSE sentinel: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7827264" y="3730752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→ close_streams()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File Structure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services/agent-planner/app/  —  annotated module 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" y="8046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app/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274320" y="10698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main.py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331720" y="106984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FastAPI app, lifespan, 3 routers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274320" y="13350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config.py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2331720" y="133502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Settings: port 3007, gateway URL, API key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274320" y="16002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auth.py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331720" y="160020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verify_workspace_access() via myWorkspaces GQL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274320" y="186537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intent.py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331720" y="186537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Phase 20: needs_clarification() — no LLM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274320" y="21305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reflection.py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331720" y="213055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Phase 18: reflect_on_plan() — 2nd Anthropic call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274320" y="23957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toolbox.py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2331720" y="239572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ToolManifest loader, ToolRegistry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274320" y="266090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tool_graph.py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331720" y="266090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Phase 22: ToolCapabilityGraph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274320" y="29260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schema_inspector.py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331720" y="292608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Phase 23: extract_schema, explain_sql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274320" y="31912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credential_vault.py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331720" y="319125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CredentialRef: postgres/tableau/powerbi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274320" y="34564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idempotency.py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331720" y="3456432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Phase 9: IdempotencyStore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274320" y="372160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rollback.py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2331720" y="3721608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RollbackRegistry (compensating actions)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274320" y="39867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routers/chat.py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2331720" y="3986784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POST /chat  GET /history/{id}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274320" y="42519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routers/compile.py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2331720" y="4251960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POST /plan/compile  /plan/context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274320" y="451713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routers/execute.py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331720" y="4517136"/>
            <a:ext cx="2148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POST /deploy  GET /jobs/*  /sandbox/*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4617720" y="80467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agent/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709160" y="106984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designation.py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748272" y="106984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designate() → AgentSession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4709160" y="133502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plan_writer.py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748272" y="133502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write_plan() → Anthropic call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4709160" y="160020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profiles.py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748272" y="160020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5 AgentProfiles (Marcus/Sage/Zephyr/Nova/Aria)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4617720" y="186537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fetch/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709160" y="21305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chat.py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748272" y="213055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fetch_chat_history, add_chat_message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4709160" y="239572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connectors.py, documents.py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748272" y="23957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fetch_connectors, fetch_docs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4709160" y="266090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iam.py, teams.py, nodes.py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748272" y="266090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fetch_user_profile, company_users, teams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4617720" y="292608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memory/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4709160" y="319125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rag.py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748272" y="319125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Phase 19: fetch_similar_deployments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4709160" y="34564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store.py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748272" y="34564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Phase 19: store_deployment_summary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4617720" y="3721608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reliability/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4709160" y="3986784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circuit_breaker.py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6748272" y="398678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Phase 7: per-tool CircuitBreaker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709160" y="4251960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retry.py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748272" y="425196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Phase 7: with_retry() exponential backoff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4709160" y="4517136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├─ errors.py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748272" y="45171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PermanentToolError / TransientToolError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4480560" y="804672"/>
            <a:ext cx="0" cy="4206240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Phases — Feature 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56692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each phase lives, what it does, and how it connects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82880" y="804672"/>
            <a:ext cx="457200" cy="38404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82296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8138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+ Circuit Breaker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10058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reliability/, jobs/worker.py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2697480" y="84124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3-attempt exponential retry · per-tool circuit breaker · PermanentToolError vs TransientToolError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82880" y="1243584"/>
            <a:ext cx="87782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1271016"/>
            <a:ext cx="457200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28930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9808" y="1280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" y="147218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idempotency.py, jobs/worker.py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2697480" y="130759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= (job_id, step_index) · skip already-done steps · safe for re-runs and partial failures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82880" y="1709928"/>
            <a:ext cx="87782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2880" y="1737360"/>
            <a:ext cx="4572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175564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17465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+ Rollback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9808" y="193852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audit/, rollback.py, execute.py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2697480" y="177393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Per-step timing · GET /deployments history · compensating actions reversed on failure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82880" y="2176272"/>
            <a:ext cx="87782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" y="2203704"/>
            <a:ext cx="45720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222199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9808" y="22128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Reflection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49808" y="240487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reflection.py, routers/chat.py</a:t>
            </a:r>
            <a:endParaRPr lang="en-US" sz="650" dirty="0"/>
          </a:p>
        </p:txBody>
      </p:sp>
      <p:sp>
        <p:nvSpPr>
          <p:cNvPr id="26" name="Text 24"/>
          <p:cNvSpPr/>
          <p:nvPr/>
        </p:nvSpPr>
        <p:spPr>
          <a:xfrm>
            <a:off x="2697480" y="224028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Anthropic call reviews plan · returns APPROVED or REVISED: · only fires on plan-looking text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82880" y="2642616"/>
            <a:ext cx="87782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2880" y="2670048"/>
            <a:ext cx="457200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2688336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9808" y="2679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Deployment Memory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9808" y="28712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memory/rag.py, memory/store.py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2697480" y="2706624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deployments written to KG · retrieved as few-shot examples at compile time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82880" y="3108960"/>
            <a:ext cx="87782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880" y="3136392"/>
            <a:ext cx="457200" cy="38404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315468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749808" y="31455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Disambiguation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49808" y="333756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intent.py, routers/chat.py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697480" y="3172968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clarifying question · only on vague verbs · only first turn · uses actual table names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82880" y="3575304"/>
            <a:ext cx="87782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82880" y="3602736"/>
            <a:ext cx="457200" cy="38404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" y="3621024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49808" y="361188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Critique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49808" y="380390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plan_critique.py, compile router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2697480" y="3639312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step tool_ids against live workspace tool registry · auto-retry with corrective prompt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82880" y="4041648"/>
            <a:ext cx="87782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82880" y="4069080"/>
            <a:ext cx="457200" cy="3840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" y="4087368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749808" y="407822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Capability Graph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49808" y="42702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tool_graph.py, compile router</a:t>
            </a:r>
            <a:endParaRPr lang="en-US" sz="650" dirty="0"/>
          </a:p>
        </p:txBody>
      </p:sp>
      <p:sp>
        <p:nvSpPr>
          <p:cNvPr id="50" name="Text 48"/>
          <p:cNvSpPr/>
          <p:nvPr/>
        </p:nvSpPr>
        <p:spPr>
          <a:xfrm>
            <a:off x="2697480" y="4105656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produces/consumes graph injected into system prompt · guides Claude to chain tools correctly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182880" y="4507992"/>
            <a:ext cx="877824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82880" y="4535424"/>
            <a:ext cx="45720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2880" y="455371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749808" y="4544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EXPLAIN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49808" y="47365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6E76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schema_inspector.py, worker + compile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2697480" y="4572000"/>
            <a:ext cx="6400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column names in prompt · real PostgreSQL EXPLAIN before execution · catch semantic SQL errors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Planner Service — Complete Architecture</dc:title>
  <dc:subject>PptxGenJS Presentation</dc:subject>
  <dc:creator>alidaho</dc:creator>
  <cp:lastModifiedBy>alidaho</cp:lastModifiedBy>
  <cp:revision>1</cp:revision>
  <dcterms:created xsi:type="dcterms:W3CDTF">2026-06-05T16:55:41Z</dcterms:created>
  <dcterms:modified xsi:type="dcterms:W3CDTF">2026-06-05T16:55:41Z</dcterms:modified>
</cp:coreProperties>
</file>